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c94f3d08884c54" /><Relationship Type="http://schemas.openxmlformats.org/officeDocument/2006/relationships/extended-properties" Target="/docProps/app.xml" Id="Rf1240bc94d304486" /><Relationship Type="http://schemas.openxmlformats.org/officeDocument/2006/relationships/officeDocument" Target="/ppt/presentation.xml" Id="R9b4d77e45363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9b3983a41141ea"/>
  </p:sldMasterIdLst>
  <p:notesMasterIdLst>
    <p:notesMasterId xmlns:r="http://schemas.openxmlformats.org/officeDocument/2006/relationships" r:id="R8500f7608782420a"/>
  </p:notesMasterIdLst>
  <p:sldIdLst>
    <p:sldId xmlns:r="http://schemas.openxmlformats.org/officeDocument/2006/relationships" id="256" r:id="R7967f5943ac44fd8"/>
    <p:sldId xmlns:r="http://schemas.openxmlformats.org/officeDocument/2006/relationships" id="257" r:id="R131799f746ef4953"/>
    <p:sldId xmlns:r="http://schemas.openxmlformats.org/officeDocument/2006/relationships" id="258" r:id="Rbc1f1d99c4b340df"/>
    <p:sldId xmlns:r="http://schemas.openxmlformats.org/officeDocument/2006/relationships" id="259" r:id="R697bd884efe647ec"/>
    <p:sldId xmlns:r="http://schemas.openxmlformats.org/officeDocument/2006/relationships" id="260" r:id="R7410f77c187c4ab7"/>
    <p:sldId xmlns:r="http://schemas.openxmlformats.org/officeDocument/2006/relationships" id="261" r:id="Rb22b3e9c174c4578"/>
    <p:sldId xmlns:r="http://schemas.openxmlformats.org/officeDocument/2006/relationships" id="262" r:id="R8afe0aa2d8f04c13"/>
    <p:sldId xmlns:r="http://schemas.openxmlformats.org/officeDocument/2006/relationships" id="263" r:id="R2b0359de66e04b5b"/>
    <p:sldId xmlns:r="http://schemas.openxmlformats.org/officeDocument/2006/relationships" id="264" r:id="R088bf30dc1994a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d620959c024b5e" /><Relationship Type="http://schemas.openxmlformats.org/officeDocument/2006/relationships/slideMaster" Target="/ppt/slideMasters/slideMaster1.xml" Id="R739b3983a41141ea" /><Relationship Type="http://schemas.openxmlformats.org/officeDocument/2006/relationships/notesMaster" Target="/ppt/notesMasters/notesMaster1.xml" Id="R8500f7608782420a" /><Relationship Type="http://schemas.openxmlformats.org/officeDocument/2006/relationships/presProps" Target="/ppt/presProps.xml" Id="Red4c47a6b9b94f46" /><Relationship Type="http://schemas.openxmlformats.org/officeDocument/2006/relationships/tableStyles" Target="/ppt/tableStyles.xml" Id="R92727104d40f44f9" /><Relationship Type="http://schemas.openxmlformats.org/officeDocument/2006/relationships/slide" Target="/ppt/slides/slide1.xml" Id="R7967f5943ac44fd8" /><Relationship Type="http://schemas.openxmlformats.org/officeDocument/2006/relationships/slide" Target="/ppt/slides/slide2.xml" Id="R131799f746ef4953" /><Relationship Type="http://schemas.openxmlformats.org/officeDocument/2006/relationships/slide" Target="/ppt/slides/slide3.xml" Id="Rbc1f1d99c4b340df" /><Relationship Type="http://schemas.openxmlformats.org/officeDocument/2006/relationships/slide" Target="/ppt/slides/slide4.xml" Id="R697bd884efe647ec" /><Relationship Type="http://schemas.openxmlformats.org/officeDocument/2006/relationships/slide" Target="/ppt/slides/slide5.xml" Id="R7410f77c187c4ab7" /><Relationship Type="http://schemas.openxmlformats.org/officeDocument/2006/relationships/slide" Target="/ppt/slides/slide6.xml" Id="Rb22b3e9c174c4578" /><Relationship Type="http://schemas.openxmlformats.org/officeDocument/2006/relationships/slide" Target="/ppt/slides/slide7.xml" Id="R8afe0aa2d8f04c13" /><Relationship Type="http://schemas.openxmlformats.org/officeDocument/2006/relationships/slide" Target="/ppt/slides/slide8.xml" Id="R2b0359de66e04b5b" /><Relationship Type="http://schemas.openxmlformats.org/officeDocument/2006/relationships/slide" Target="/ppt/slides/slide9.xml" Id="R088bf30dc1994a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88ee64e15240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2391781d8c4138" /><Relationship Type="http://schemas.openxmlformats.org/officeDocument/2006/relationships/notesMaster" Target="/ppt/notesMasters/notesMaster1.xml" Id="Rb1910f0427704e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7de1fd19e8416b" /><Relationship Type="http://schemas.openxmlformats.org/officeDocument/2006/relationships/notesMaster" Target="/ppt/notesMasters/notesMaster1.xml" Id="R30664af4369846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2c2d35a6da41e5" /><Relationship Type="http://schemas.openxmlformats.org/officeDocument/2006/relationships/notesMaster" Target="/ppt/notesMasters/notesMaster1.xml" Id="R258cc164dfcb4b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db30684f04707" /><Relationship Type="http://schemas.openxmlformats.org/officeDocument/2006/relationships/notesMaster" Target="/ppt/notesMasters/notesMaster1.xml" Id="R19b60cd809bd4b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44cd5edf014e2e" /><Relationship Type="http://schemas.openxmlformats.org/officeDocument/2006/relationships/notesMaster" Target="/ppt/notesMasters/notesMaster1.xml" Id="R6cee1346fdba49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9a1e92fb844dfc" /><Relationship Type="http://schemas.openxmlformats.org/officeDocument/2006/relationships/notesMaster" Target="/ppt/notesMasters/notesMaster1.xml" Id="R7cba73304d2e44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292162a617482a" /><Relationship Type="http://schemas.openxmlformats.org/officeDocument/2006/relationships/notesMaster" Target="/ppt/notesMasters/notesMaster1.xml" Id="Rbe7636546d0847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9d9d0922e04071" /><Relationship Type="http://schemas.openxmlformats.org/officeDocument/2006/relationships/notesMaster" Target="/ppt/notesMasters/notesMaster1.xml" Id="R90d5847c016f41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8b33e554cb4408" /><Relationship Type="http://schemas.openxmlformats.org/officeDocument/2006/relationships/notesMaster" Target="/ppt/notesMasters/notesMaster1.xml" Id="R06de4cce02fc44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Матеріали спираються на картку, вимоги та MVP з репозиторію MyCloudSync. Презентація описує модель майбутнього застосунку, не готову реалізацію.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Вихідний опис MVP прямо включає OAuth, одну пару папок, передачу нових/змінених файлів, SQLite та простий журнал. У ньому розширені конфлікти й кілька пар винесені на пізніший етап.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Варіанти використання зведені з FR-01—FR-14 та MVP. Google Drive показаний як зовнішня система, а не внутрішній модуль застосунку.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Компонентний поділ є проєктним припущенням, оскільки завантажена копія репозиторію містить документи, але не код WinForms. WinForms не викликає SQL або Google API напряму.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Умовна гілка конфлікту є у вимогах FR-10. Документи MVP відносять розширене вирішення конфліктів до наступного етапу.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 таблиць узято з README проєкту. Атрибути уточнені для зв’язків між локальним шляхом і Google Drive ID; потрібно узгодити типи, індекси й точне правило визначення версій.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демонструє ієрархію головного вікна та можливі стани. Шляхи показані як приклади, не як дані з робочої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охоплює вимоги FR-03, FR-04, FR-14. Поле інтервалу не задає довільного значення за замовчуванням, бо в наданих документах його немає.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Рядки журналу є демонстраційними. Стовпці відповідають FR-13; помилки виділені кольором і текстом, щоб статус залишався зрозумілим без залежності лише від кольору.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04f34a64442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30e86e85d432f" /><Relationship Type="http://schemas.openxmlformats.org/officeDocument/2006/relationships/slideLayout" Target="/ppt/slideLayouts/slideLayout1.xml" Id="Rc132277515334e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2277515334e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4f52126444e15" /><Relationship Type="http://schemas.openxmlformats.org/officeDocument/2006/relationships/notesSlide" Target="/ppt/notesSlides/notesSlide1.xml" Id="R1c0f753b7f8d48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3bf337927473f" /><Relationship Type="http://schemas.openxmlformats.org/officeDocument/2006/relationships/notesSlide" Target="/ppt/notesSlides/notesSlide2.xml" Id="R7c7d9fe9dc9e47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cc78a3b1448c2" /><Relationship Type="http://schemas.openxmlformats.org/officeDocument/2006/relationships/notesSlide" Target="/ppt/notesSlides/notesSlide3.xml" Id="R351ceaf667e045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b86d4ebef4991" /><Relationship Type="http://schemas.openxmlformats.org/officeDocument/2006/relationships/notesSlide" Target="/ppt/notesSlides/notesSlide4.xml" Id="Rf75943b4c403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96e6abb70489b" /><Relationship Type="http://schemas.openxmlformats.org/officeDocument/2006/relationships/notesSlide" Target="/ppt/notesSlides/notesSlide5.xml" Id="Rb7d01480d90f4e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bff237dd4f8c" /><Relationship Type="http://schemas.openxmlformats.org/officeDocument/2006/relationships/notesSlide" Target="/ppt/notesSlides/notesSlide6.xml" Id="R0239644fbe1849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456b264844d02" /><Relationship Type="http://schemas.openxmlformats.org/officeDocument/2006/relationships/notesSlide" Target="/ppt/notesSlides/notesSlide7.xml" Id="Rc78d41c535f345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f0bf4416d4201" /><Relationship Type="http://schemas.openxmlformats.org/officeDocument/2006/relationships/notesSlide" Target="/ppt/notesSlides/notesSlide8.xml" Id="Rc79db4c8c35d44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6f8cadf0e44a0" /><Relationship Type="http://schemas.openxmlformats.org/officeDocument/2006/relationships/notesSlide" Target="/ppt/notesSlides/notesSlide9.xml" Id="R610fc26617304d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FB45D-7CA8-4ABD-B0F5-586197BF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E72AD-4121-4C74-8F3C-0ABA4B7E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620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MyCloudSync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9F55B-58D6-4704-9BBB-1B63BB08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43125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D68D8"/>
                </a:solidFill>
                <a:latin typeface="Arial"/>
                <a:ea typeface="Arial"/>
                <a:cs typeface="Arial"/>
              </a:rPr>
              <a:t>Моделювання та проєктування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A0021-37C9-4904-8FE8-328E78FC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Настільний застосунок для синхронізації вибраних папок Windows із Google Drive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FA77E-5BF9-4B90-B4BA-214B588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3943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35182-806A-473D-89B2-FF2FCC1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UML  ·  сценарії  ·  схема даних  ·  макети інтерфейсу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7BF8A-EE02-4D4F-8E33-E5990938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340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Навчальний проєкт</a:t>
            </a:r>
          </a:p>
        </p:txBody>
      </p:sp>
    </p:spTree>
    <p:extLst>
      <p:ext uri="{BB962C8B-B14F-4D97-AF65-F5344CB8AC3E}">
        <p14:creationId xmlns:p14="http://schemas.microsoft.com/office/powerpoint/2010/main" val="2070758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57875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6A84A1-84AD-4517-BD8D-8B5E9FAA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MVP і межі першої версії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CBD79-A7E3-48C6-ADAC-3280F6AB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Перший реліз охоплює базовий цикл однієї пари папок.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BCAD0-AC9E-4C62-9459-1D0B52BD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C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7E1E2-62E4-4D0D-8880-9F275B65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15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1  Підключення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58ACD-CD8D-41D6-94C5-8F5616F8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Google OAuth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D11DD-D06A-49C3-A163-60E6F91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DA334-D132-4008-BD6F-138C187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2880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C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5785-BDDD-4CB7-8295-19DC15ED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24050"/>
            <a:ext cx="215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2  Налаштування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F9368-3180-497D-8552-CFEB771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52675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Локальна папка ↔ Google Drive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70BDB-C036-49FB-BF3F-3E4FE91A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288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BD3D3-2C78-4DC7-A8DC-E8AB6654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C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50F19-11BE-4779-9AEE-FFE70F04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15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3  Синхронізація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1B0AB-CCB0-4399-BAFE-FC15D996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Нові та змінені файли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9EFEE-13FE-4507-AE88-18FE53D6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42284-6BD6-4A08-BEA5-0FCB8DE8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2880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C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7AF47-E717-42F0-92BD-A0DBB221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924050"/>
            <a:ext cx="215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4 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DAB14-1142-4E4D-8397-025B075D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52675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Стан файлів і журнал у 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CC6BB-0219-4B10-B3E9-5AFB3C02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288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2D57C-E010-4245-BD57-86F96A1B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Входить до 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85112-2874-478F-A90B-8F4C6DBC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Один локальний і один хмарний каталог</a:t>
            </a:r>
          </a:p>
          <a:p xmlns:a="http://schemas.openxmlformats.org/drawingml/2006/main">
            <a:pPr algn="l">
              <a:defRPr sz="15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Передавання нових і змінених файлів у двох напрямках</a:t>
            </a:r>
          </a:p>
          <a:p xmlns:a="http://schemas.openxmlformats.org/drawingml/2006/main">
            <a:pPr algn="l">
              <a:defRPr sz="15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SQLite для стану файлів і простий журнал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499FA-FE2E-44F0-B3C7-7DD442C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Наступний етап за описом проєкту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12DC0-7B7A-490F-89C5-76CD4B61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Кілька пар папок і правила виключень</a:t>
            </a:r>
          </a:p>
          <a:p xmlns:a="http://schemas.openxmlformats.org/drawingml/2006/main">
            <a:pPr algn="l">
              <a:defRPr sz="15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Розширене вирішення конфліктів</a:t>
            </a:r>
          </a:p>
          <a:p xmlns:a="http://schemas.openxmlformats.org/drawingml/2006/main">
            <a:pPr algn="l">
              <a:defRPr sz="15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Трей, сповіщення та автозапуск Windows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2177CC-A7ED-4911-A986-0FC9C9EA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Повне відстеження видалень і періодичний запуск треба окремо підтвердити в межах MVP.</a:t>
            </a:r>
          </a:p>
        </p:txBody>
      </p:sp>
    </p:spTree>
    <p:extLst>
      <p:ext uri="{BB962C8B-B14F-4D97-AF65-F5344CB8AC3E}">
        <p14:creationId xmlns:p14="http://schemas.microsoft.com/office/powerpoint/2010/main" val="1495191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D4F8D3-8AEC-49F8-B040-4CFBCAA1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Діаграма варіантів використання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9B7C1-3958-45F9-92B7-305CEDF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Користувач керує синхронізацією, Google Drive надає хмарні операції.</a:t>
            </a:r>
          </a:p>
        </p:txBody>
      </p:sp>
      <p:sp>
        <p:nvSpPr>
          <p:cNvPr id="3" name="system-boundary">
            <a:extLst xmlns:a="http://schemas.openxmlformats.org/drawingml/2006/main">
              <a:ext uri="{FF2B5EF4-FFF2-40B4-BE49-F238E27FC236}">
                <a16:creationId xmlns:a16="http://schemas.microsoft.com/office/drawing/2014/main" id="{927950A2-6482-4F06-BE68-EECB5CC7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55721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FA02C-724D-43DA-94BF-23CF6EF1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0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68D8"/>
                </a:solidFill>
                <a:latin typeface="Arial"/>
                <a:ea typeface="Arial"/>
                <a:cs typeface="Arial"/>
              </a:rPr>
              <a:t>MyCloudSync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AF555-91F7-473C-9053-A59F9B1F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33575"/>
            <a:ext cx="29527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CC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AE01E-841B-4F14-8CC8-57DE2A3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81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Підключити акаунт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763C6-1E18-497A-A446-F0F48BA8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05075"/>
            <a:ext cx="29527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CC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E37FE-53F1-4CA4-A5BC-002CC3F6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527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Вибрати локальну папку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2205E-0E73-4ABA-A88B-20AF3D74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76575"/>
            <a:ext cx="29527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CC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97C04-8F50-4434-8E90-716C7CDF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24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Вибрати папку Google Drive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DA592-5C04-4F68-887A-C3FA1208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48075"/>
            <a:ext cx="29527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CC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474A8-81AB-4E73-8455-933639A0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57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Запустити або призупинити синхронізацію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3F32B-4A73-4C82-B31F-C8B67561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9575"/>
            <a:ext cx="29527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CC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981A5-1B4C-4D87-A645-18524E00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67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Переглянути статус і прогрес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B2F60-8831-420A-B96C-80F89855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91075"/>
            <a:ext cx="29527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CC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0CC0A-7446-473B-81F4-84B9BAB7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387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Переглянути журнал операцій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2167C-6A09-4A8D-8A05-FD4371DB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26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24696-B193-456C-AC64-6C19AF6E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14725"/>
            <a:ext cx="9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6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A6E7B-FFBA-487F-820F-F5D0C146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9FCF5-2853-40AC-A8A0-EE9D0C3D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57650"/>
            <a:ext cx="2476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6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757CA-91B8-4A5D-A278-02202554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57650"/>
            <a:ext cx="2476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6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E621A-C2BF-404D-8A62-24E84652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Користувач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ECB33-8AE6-4EEA-9229-805785D0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43325"/>
            <a:ext cx="106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998A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7D50C-9E58-44D5-B9E7-5F30BB68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62175"/>
            <a:ext cx="95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998A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A36C3-EDA7-4312-A53A-4204946B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62175"/>
            <a:ext cx="1428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998A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DD5D27-72FB-49A1-9D7A-41969E11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428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998A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F2DE0-26EC-4258-A50B-0182F64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05175"/>
            <a:ext cx="1428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998A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51D04-9E75-4D14-8650-07D8EAA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76675"/>
            <a:ext cx="1428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998A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590D4-2FAB-4BC7-BFFA-235ACB4B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48175"/>
            <a:ext cx="1428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998A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A78029-8DF9-436C-92FD-6B72C55E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9675"/>
            <a:ext cx="1428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998A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8F599-F273-46EA-83E2-64F33D06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9925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F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751449-5CBD-4EFF-94D8-140039E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05175"/>
            <a:ext cx="1724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Google Drive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83801C-B98D-40B7-A838-8EF3BE00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09975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OAuth та хмарні файли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D6302A-9905-4617-8B43-F11658D8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95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87F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3456FF-E91A-428F-878C-DBD80DAD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62175"/>
            <a:ext cx="1143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87F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16C48E-8719-4649-AF6E-04BE71E4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05175"/>
            <a:ext cx="1143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87F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09AF68-5767-440D-8C50-204C5C6C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76675"/>
            <a:ext cx="1143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87F8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1564E7-F803-4210-B5E8-13DD15F2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1543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87F8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1862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/>
          <p:cNvCxnSpPr>
            <a:stCxn xmlns:a="http://schemas.openxmlformats.org/drawingml/2006/main" id="1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20125" y="47672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F8A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20125" y="33956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F8A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0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595813" y="2024063"/>
            <a:ext cx="4738688" cy="6143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87F8A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762625" y="3295650"/>
            <a:ext cx="666750" cy="14716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62625" y="3295650"/>
            <a:ext cx="666750" cy="1000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4595813" y="2024063"/>
            <a:ext cx="1833563" cy="49053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87F8A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3295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01B284-5E08-4EFD-ADE7-DA65072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Компоненти та потік взаємодії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3D750-07A5-4605-BBD0-250F16F9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UI передає команди координатору, який працює з файлами, Drive API та SQLite.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779D0-8049-499B-BFF4-8D49CDE5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3C183-9722-4101-88A4-AC393AB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WinForms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48AC8-AD84-410F-AAA7-0F4E297F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Головне вікно</a:t>
            </a:r>
          </a:p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Налаштування</a:t>
            </a:r>
          </a:p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1ADD0-FCC2-40A6-B890-57A1EA7B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C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E2A26-4B50-4F00-9C8E-1CCCE26E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Sync Coordinator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5AB9D-D526-4EB6-88E9-64D1F9D7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20669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Порівняння станів</a:t>
            </a:r>
          </a:p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Керування чергою</a:t>
            </a:r>
          </a:p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Статус і прогрес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F18A0-9003-49E0-B8DF-56BAD193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4E9BA-5346-408E-829F-B897FFBE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6192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Change Detector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60723-18FF-4A50-8837-2D16BBEF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5262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FileSystemWatcher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+ контрольне сканування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E6A2E-45F5-4F57-AFCC-DBA75267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9560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7E5F3-9518-4F96-B72B-FBA05578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908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Google Drive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9C25B-9D40-43FA-ABB6-A459196B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2422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OAuth 2.0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Drive API v3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787D6-1C0D-4FB6-9FF8-46E684A3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6720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22649-C99C-4798-8A49-D3C17355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624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SQLite 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592A0-01EB-425B-B6FB-CBC9625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9582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SyncPair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FileState та SyncLog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B5599-07DA-4029-8609-B2EC7D17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3B5AB-4BAA-41F6-8291-9530213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192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Локальні файли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36558-E17C-4037-A8EF-BB86DDBA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5262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Читання і запис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папки користувача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3DA97-1379-46EA-A4E4-01A10578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6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72094-0AA4-4403-AF7D-230C80A0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08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Google Drive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720B1-EFFF-4413-82E6-0DAC2EBC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2422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Метадані та передавання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файлів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0C8DC-AEB0-4B34-8600-183DB620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607C6-4564-4B16-A8BD-1282F804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624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CD86F-0BF4-4A88-828F-8C782312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95825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Локальна база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стану та журналу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1A5328-3AC7-4BE3-B3F0-9A1F11C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Команда користувача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5D6870-CBB6-4352-AF4A-E9599502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1715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7F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7F8A"/>
                </a:solidFill>
                <a:latin typeface="Arial"/>
                <a:ea typeface="Arial"/>
                <a:cs typeface="Arial"/>
              </a:rPr>
              <a:t>Сигнал про локальну зміну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993EA6-EB21-471C-BE02-FA9BEAAC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Синхронізація файлів</a:t>
            </a:r>
          </a:p>
        </p:txBody>
      </p:sp>
    </p:spTree>
    <p:extLst>
      <p:ext uri="{BB962C8B-B14F-4D97-AF65-F5344CB8AC3E}">
        <p14:creationId xmlns:p14="http://schemas.microsoft.com/office/powerpoint/2010/main" val="2082200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1352550" y="56959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53" idx="1"/>
            <a:endCxn xmlns:a="http://schemas.openxmlformats.org/drawingml/2006/main" id="54" idx="3"/>
          </p:cNvCxnSpPr>
          <p:nvPr/>
        </p:nvCxnSpPr>
        <p:spPr>
          <a:xfrm xmlns:a="http://schemas.openxmlformats.org/drawingml/2006/main" flipH="1">
            <a:off x="3133725" y="533400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4914900" y="4972050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4914900" y="4610100"/>
            <a:ext cx="5819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F8A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41" idx="1"/>
            <a:endCxn xmlns:a="http://schemas.openxmlformats.org/drawingml/2006/main" id="42" idx="3"/>
          </p:cNvCxnSpPr>
          <p:nvPr/>
        </p:nvCxnSpPr>
        <p:spPr>
          <a:xfrm xmlns:a="http://schemas.openxmlformats.org/drawingml/2006/main" flipH="1">
            <a:off x="4914900" y="4248150"/>
            <a:ext cx="5819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4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914900" y="3886200"/>
            <a:ext cx="5819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F8A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914900" y="3524250"/>
            <a:ext cx="388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F8A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914900" y="3162300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3133725" y="28003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352550" y="243840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5D42D8-743D-40E3-9C2D-8CB134A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Послідовність синхронізації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9BAF9-0471-47CB-B465-2148CDE7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Основний сценарій: перевірити обидві сторони, передати зміни, записати новий стан.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0D518-BD66-4DD3-8917-A976F63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CC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1546A-60F7-44D9-81AB-1E0B3297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Користувач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67B75-CE57-4804-88ED-3BEE9DBC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F0023-8DFE-4BD3-84C2-A383FAA3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811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CC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20C92-8ECB-4E05-AC96-0E4CE66C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6383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WinForms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CDA7B-7213-4B00-B130-F24973D5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145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4B3AB-C0FD-411F-9FF9-E7DBAC5D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811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CC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E8EB4-CE22-4436-9423-5D067A16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383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Sync Coordinator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723D1-3ACE-4857-8E4C-0E6A8B7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CF039-6CB5-42FE-9FC5-64A95724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CC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EB5BF-3F62-414E-B506-C8CCA287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DC5B1-5F99-4585-8D0C-342FB291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C32DA-D7B5-43B0-B0D5-6315A50D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CC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2AEA4-89B4-4CB5-B862-7DCA53EF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383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Локальна папка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70111-7D03-4097-9B98-DDACB2AD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CA2EB-68A4-46CC-8E24-8B661D03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811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CC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FFA20-2B81-423A-8662-67041A20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6383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Google Drive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AB29A-9D32-4322-99EB-A905CEC6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1145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28DAE-366C-4EE5-8C4F-FA406A37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FE59C-CB67-4ABB-864C-FEBA901A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193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E09FE-DDD1-452D-9D2D-E253E65B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21812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  Запуск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98560-D3DA-4331-8A92-CC53A25A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813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A27B5-FDC7-4D41-A17C-DCF772E5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EBDAC-F61D-4195-B5B0-ADD945E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25431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2  StartSync(pairId)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95773E-064D-4E67-A7D5-2E16643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23BCB4-0314-4DF3-A1DC-96F21843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60951-128A-4A3D-BF21-47EA805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3  Завантажити FileState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3CCE4A-F2D9-4B7E-9AC6-CC743274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052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A48938-4CB4-4673-9AC8-9623BF4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DB8118-BCCD-4C89-B15C-A453CCF9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670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4  Знайти локальні зміни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D265F-95DE-41BD-B04D-F8592006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671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A53B22-4C09-4B0E-BF21-556B9678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8671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024E6-7FCB-4B32-95B3-73E16573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6290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5  Отримати зміни хмари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833B45-6664-4884-941A-2BB7B3BD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2291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9259BC-2752-487F-B8D8-5D86786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291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316E1A-3122-44BC-96A9-E438DC8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9909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6  Список об’єктів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666FFB-1825-4E72-95F9-A2735E9C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910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8821B0-15FA-4055-A89F-C3C1EB83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5910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B160AE-E02B-4C6D-B7D6-3B349E3B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352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7  Передати потрібні файли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BEF7A5-9AC3-4F8C-9CD3-66B2B72B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E35164-41FD-4887-9955-0067422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FA93A5-05EE-4EF1-A582-E12A747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14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8  Оновити стан і журнал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1917C6-EDF9-4F5A-A4B1-5DB505ED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149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AD0EAB-D579-4353-852A-D9BD048D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1495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B3D467-A7BF-447C-9BE2-9D1C404B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50768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9  Статус та помилки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400642-02CE-453C-A29C-C6F2529A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6769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DC90A5-E156-4837-9966-2DA61D2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76900"/>
            <a:ext cx="190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D96488-8362-41E1-952A-0EE03B7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54387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  Показати результат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E83A62-9E69-4722-B2C3-74B0F137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24550"/>
            <a:ext cx="8858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EBD39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F104DE-412D-445D-BE30-A004AB3E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81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6620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6620C"/>
                </a:solidFill>
                <a:latin typeface="Arial"/>
                <a:ea typeface="Arial"/>
                <a:cs typeface="Arial"/>
              </a:rPr>
              <a:t>Конфлікт: якщо змінено обидві версії, зберегти обидві копії. Це позначено як функцію після MVP.</a:t>
            </a:r>
          </a:p>
        </p:txBody>
      </p:sp>
    </p:spTree>
    <p:extLst>
      <p:ext uri="{BB962C8B-B14F-4D97-AF65-F5344CB8AC3E}">
        <p14:creationId xmlns:p14="http://schemas.microsoft.com/office/powerpoint/2010/main" val="2004148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600700" y="2724150"/>
            <a:ext cx="0" cy="2609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29450" y="4133850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F8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600700" y="272415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143250" y="2138363"/>
            <a:ext cx="1028700" cy="20050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74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43250" y="2138363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8D8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37F8FD-1D6A-4A85-A1EA-41588B4E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Модель локальних даних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EB08D-8134-425C-8B0C-EB61FB6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SQLite зберігає зв’язок папок, стан файлів і результати операцій.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A3135-EF24-4755-9F76-427F7993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2476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F8466-092B-4AC9-A7F6-A3419863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8DEE4-DFE4-4B70-BB14-D4D7BFFA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9775"/>
            <a:ext cx="220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account_id · email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захищений OAuth 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32A1C-80F6-4981-8A84-0B6272C5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52575"/>
            <a:ext cx="2857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FF7BB-7A14-46B8-8C54-E9CC7F91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4782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SyncPair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C8BF2-DD27-40BB-9461-D8420CC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9775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pair_id · local_path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drive_folder_id ·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92A21-4959-4C1A-A234-62E8DDB3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52575"/>
            <a:ext cx="2762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8D6F5-3814-4787-9777-1350717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47825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AppSettings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4648-98B3-4832-8FCD-B92B5BDD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9775"/>
            <a:ext cx="249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інтервал перевірки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автозапуск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5A3D9-5189-4A04-9CB4-3C3427AA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5988D-8CB8-44D3-A1A6-EA7251E3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ExcludeRule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20D6D-DE29-4718-B911-C59D5564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rule_id · pair_id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маска файлу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C0E71-1B29-445C-96DE-8B01D23B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00425"/>
            <a:ext cx="2857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DA8CE-5612-4D24-8863-53EAD6FA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9567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FileState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A897F-F05C-43A2-AF0D-87CA72F4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590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відносний шлях · Drive ID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хеш · час зміни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статус синхронізації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D1B3B-470D-4B37-9143-C49AC6F3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5CA98-AECF-4CF4-8D5D-CE7B90EC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67125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Conflict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39CDA-F5C9-477E-967C-EB216742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95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file_state_id · час</a:t>
            </a:r>
          </a:p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копії та статус вирішення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B7609-D035-4B55-B79B-FF22E37A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3400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5E9FF-E7DA-418E-BE2D-CE8BF4BF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29250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SyncLog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0B2A9-A207-4BC6-9D65-ABE8C96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8167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час · файл · дія · результат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F77AE-EEC5-479D-876A-D11A5229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526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274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DA62C-3D41-4A95-9C9B-FA1ABD4E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60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274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197A3E-10B3-4F95-8D92-DDB17E8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62575"/>
            <a:ext cx="404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AppSettings є глобальною таблицею. Token треба зберігати із захистом Windows DPAPI.</a:t>
            </a:r>
          </a:p>
        </p:txBody>
      </p:sp>
    </p:spTree>
    <p:extLst>
      <p:ext uri="{BB962C8B-B14F-4D97-AF65-F5344CB8AC3E}">
        <p14:creationId xmlns:p14="http://schemas.microsoft.com/office/powerpoint/2010/main" val="717134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4ABFAB-293F-45CE-B1A6-F4497107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Макет головного вікна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11713-74E1-4655-A0DD-83846C8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Статус і головна дія помітні одразу.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E9871-839F-4956-AC6A-71105B00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10058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CC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DBFE4-19CC-4993-970B-D6FAC0DA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80A6F-CCF5-4693-A3FE-A81BC219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525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MyCloudSync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316B5-D92E-4166-A50B-3433FF6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84B52-5865-4A60-9ADD-8D73AE1B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FAB86-6185-4609-922C-4E6FC70C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F4CAF-A607-4504-A48C-91518BF9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33575"/>
            <a:ext cx="19050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2B07A-4B13-4980-9A97-EB58E159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68D8"/>
                </a:solidFill>
                <a:latin typeface="Arial"/>
                <a:ea typeface="Arial"/>
                <a:cs typeface="Arial"/>
              </a:rPr>
              <a:t>Синхронізація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963C7-9030-4F10-B9A5-0249145C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5B3AD-9553-4F48-B328-929AB5D3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Налаштування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A0835-0252-42CC-ADD6-A0F80B52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Стан синхронізації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84DCA-98C9-408F-8AD0-DCE4F395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34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Макет інтерфейсу · демонстраційні дані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1EBF2-AE5E-4D26-A299-AA30A76A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742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9525">
            <a:solidFill>
              <a:srgbClr val="B7E2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D1B44-2C34-4D94-970F-D351DE6B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952A3-7151-4F5F-BB75-1DE8C646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52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A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A56"/>
                </a:solidFill>
                <a:latin typeface="Arial"/>
                <a:ea typeface="Arial"/>
                <a:cs typeface="Arial"/>
              </a:rPr>
              <a:t>Синхронізовано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414A0-D626-45F1-8E78-E522B341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Стан прикладу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89FE0-395E-43FE-B592-AC668863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81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Папки для синхронізації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F71B0-D4BF-4276-85BB-F642906D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7B9B8-8DB3-44BE-BE86-812E8B63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29050"/>
            <a:ext cx="320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Цей комп’ютер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7DCF7-0D00-4725-86ED-9773EBB7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0527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C:\Users\Ім’я\Documents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F457C-E97E-4571-93B0-C39D3D63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719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68D8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3DE62-4095-4C83-9D1E-3A233164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F8DD9-CB40-40E5-BB37-99BEC61D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3105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Google Drive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CC1A8-DB27-48B6-B9C7-0D56F47E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MyCloudSync / Documents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A647C-A50F-431E-A01C-F765C6EF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D68D8"/>
          </a:solidFill>
          <a:ln xmlns:a="http://schemas.openxmlformats.org/drawingml/2006/main" w="9525">
            <a:solidFill>
              <a:srgbClr val="2D68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874C7-8C9B-4E67-B501-01D7A35A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67275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Синхронізувати зараз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C949C-7819-47C0-96D5-80FBA60C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0060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9CC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2BC86-B3C2-46F1-9302-DDD2C469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67275"/>
            <a:ext cx="1009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D68D8"/>
                </a:solidFill>
                <a:latin typeface="Arial"/>
                <a:ea typeface="Arial"/>
                <a:cs typeface="Arial"/>
              </a:rPr>
              <a:t>Пауза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4C6D7-4195-4430-A613-F2F2B00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48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Останній запуск: приклад макета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CC43C-D864-4FFA-83EF-13FD3725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48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D68D8"/>
                </a:solidFill>
                <a:latin typeface="Arial"/>
                <a:ea typeface="Arial"/>
                <a:cs typeface="Arial"/>
              </a:rPr>
              <a:t>Журнал операцій →</a:t>
            </a:r>
          </a:p>
        </p:txBody>
      </p:sp>
    </p:spTree>
    <p:extLst>
      <p:ext uri="{BB962C8B-B14F-4D97-AF65-F5344CB8AC3E}">
        <p14:creationId xmlns:p14="http://schemas.microsoft.com/office/powerpoint/2010/main" val="664746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ECF8D6-BF8E-4BD7-909C-7D9DE5BD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Макет налаштувань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4E38B-46A3-4D20-889C-28EAB87E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Поля відповідають вимогам вибору папок, режиму й інтервалу.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554A1-54D5-4B7D-A49C-CC0D7492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10058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CC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36236-E968-4DC7-961C-3DB7E708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37C82-3191-4DEF-ACBD-89BC29A3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525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MyCloudSync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52194-6A46-4512-8E92-F5180120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03A5A-649F-4734-AFCA-431BD78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6B626-8CF8-4184-B2EF-DA53874F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44E40-B9D9-4FCE-A627-9F6AA7D4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33575"/>
            <a:ext cx="19050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5637E-1634-4BDF-ACC7-E978D944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Синхронізація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4E6FC-139E-4195-B5D3-1FD0F17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693F9-82AE-4F8A-A393-76E23468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68D8"/>
                </a:solidFill>
                <a:latin typeface="Arial"/>
                <a:ea typeface="Arial"/>
                <a:cs typeface="Arial"/>
              </a:rPr>
              <a:t>Налаштування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B2797-B349-40F2-A198-F2DE122E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Налаштування синхронізації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1145A-C0DA-41F4-B66F-F66720A6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34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Макет інтерфейсу · демонстраційні дані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85701-95E8-4163-8323-D4E53A89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Локальна папка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5B70A-B416-4CB9-94B9-98500A36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571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2C9CD-941D-4F5F-8094-DCE2A46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C:\Users\Ім’я\Documents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72E7E-29C9-4F64-B0F8-0F77BBC6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19425"/>
            <a:ext cx="10953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DF74C-0548-4D9E-936C-58B0571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384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63D"/>
                </a:solidFill>
                <a:latin typeface="Arial"/>
                <a:ea typeface="Arial"/>
                <a:cs typeface="Arial"/>
              </a:rPr>
              <a:t>Огляд…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F27A7-2952-4FA1-9614-E8F3172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528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Папка Google Drive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0C641-0DF6-40DB-8D9D-190635A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571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2DB16D-5514-4134-AE75-DEAC32A9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71925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MyCloudSync / Documents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B20E0-8983-429F-9F7B-0D07D62C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52875"/>
            <a:ext cx="10953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A0655-7BA0-46A5-8427-B620598E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9719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63D"/>
                </a:solidFill>
                <a:latin typeface="Arial"/>
                <a:ea typeface="Arial"/>
                <a:cs typeface="Arial"/>
              </a:rPr>
              <a:t>Вибрати…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9005C-33C2-4C44-833B-9FF191F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Режим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F6DE3-C5ED-4C5F-AEE6-DCB94576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813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◉  Двостороння</a:t>
            </a:r>
          </a:p>
          <a:p xmlns:a="http://schemas.openxmlformats.org/drawingml/2006/main">
            <a:pPr algn="l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○  Лише вивантаження</a:t>
            </a:r>
          </a:p>
          <a:p xmlns:a="http://schemas.openxmlformats.org/drawingml/2006/main">
            <a:pPr algn="l">
              <a:defRPr sz="1275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○  Лише завантаження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956FC-7DB2-4E7A-9008-435A874C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Інтервал перевірки, хв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C7FC2-BD20-40EF-AA71-2060CE80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43475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F4DA43-477E-4025-923C-AAC66C6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133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[значення]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0F0EF5-935B-42CE-A20B-A87ABE4E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Виключення за маскою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D0FD82-1EE8-4DE0-B3F1-63BEBA9E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43475"/>
            <a:ext cx="3524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96963-26C5-425D-A5CE-A49A12B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81575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*.tmp;  ~$*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B68702-EAA9-4ADA-AD84-06743EEA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4347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D68D8"/>
          </a:solidFill>
          <a:ln xmlns:a="http://schemas.openxmlformats.org/drawingml/2006/main" w="9525">
            <a:solidFill>
              <a:srgbClr val="2D68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30D8DB-A01A-461D-B668-A06040A5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9110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Зберегти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EB462C-1932-4862-8D9A-631B73B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24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Числове значення інтервалу залишено на узгодження команди.</a:t>
            </a:r>
          </a:p>
        </p:txBody>
      </p:sp>
    </p:spTree>
    <p:extLst>
      <p:ext uri="{BB962C8B-B14F-4D97-AF65-F5344CB8AC3E}">
        <p14:creationId xmlns:p14="http://schemas.microsoft.com/office/powerpoint/2010/main" val="1463083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F564DB-042F-43DE-A90E-A6676EF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Макет журналу операцій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7B38A-72D7-4755-89AE-E0CF2E73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Кожен запис показує час, файл, дію та результат.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DF83F-C435-4011-91D0-4828FA60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10058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CC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17B86-AF3D-456B-BE35-2653AD1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AABA7-BDC4-4AA2-A587-8BD33E8A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525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MyCloudSync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BC9C0-957E-4916-BBAA-BE59C0E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B5755-9A31-41E6-9845-2BC7B8E6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AD2D1-600A-4F65-9C7E-B5CD231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52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2E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EA1E1-DED1-4DEC-B84E-2331BE13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33575"/>
            <a:ext cx="19050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949DE-77A7-4DC8-B3EF-3A25BDAF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Синхронізація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72DFF-1F2D-4F02-86F5-3BFEFA1B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68D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FA0AD-C436-4A4C-8663-4FD927B5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Налаштування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5B0DC-AC3B-4D25-B530-CEF48EF4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Журнал операцій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9376F-FD9F-49F4-B929-3FEF7305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34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Макет інтерфейсу · демонстраційні дані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BFE34-285D-4437-BB97-975C3D58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57475"/>
            <a:ext cx="7429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6444F-51AB-424A-A268-13461CD0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Час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B095D-9E72-499A-94EB-98912913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Файл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76F1A-81C5-432D-B940-7834DAEA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Дія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4B2C8-9212-412A-B750-814CB106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7B841-B76D-4134-A209-C66EB1A7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62350"/>
            <a:ext cx="7429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FC222-4102-43C0-B164-BCB60D92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52775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10:42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3B069-8CE8-49A2-B178-C3938512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527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Курсова.docx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D3863-5C52-4874-A858-EB11FE0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527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Вивантаження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8DF4C-90C7-4F57-9ECE-A278D96C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5277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Успішно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4ABF6-AE7E-46A7-ABCB-2B161A6C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7429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BD81E-93A1-4E2D-9B78-FC9362F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9975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10:41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5ADF6-2496-4375-BFE7-A3F83B16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9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Фото/схема.png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56C5C-C939-4A74-984E-FEDAB675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Завантаження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EBF45F-AC4D-400C-88C3-C7C7B462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Успішно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0DF37-422A-427B-8D23-71AA9E62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7429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CE46F-EB48-4E65-B483-324B81B0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67175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10:39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84FB6-0752-48A8-83AE-D78A17E7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Чернетка.tmp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6210F2-AC52-4EE8-9766-8B510B6D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67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Пропущено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A3B8CD-A691-4D0A-8B14-FC3A53C7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6717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620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6620C"/>
                </a:solidFill>
                <a:latin typeface="Arial"/>
                <a:ea typeface="Arial"/>
                <a:cs typeface="Arial"/>
              </a:rPr>
              <a:t>Правило виключення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5E7A9A-C127-4288-9302-20C15643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429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377D37-2578-488A-A8CF-66BF907C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24375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10:35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991D30-C53E-4F04-BAD0-F438DFA9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24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Звіт.xlsx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C1EDF0-3B3C-4C76-9128-AA757E83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24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536"/>
                </a:solidFill>
                <a:latin typeface="Arial"/>
                <a:ea typeface="Arial"/>
                <a:cs typeface="Arial"/>
              </a:rPr>
              <a:t>Перевірка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10413C-4443-480F-9470-E308916D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3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4343"/>
                </a:solidFill>
                <a:latin typeface="Arial"/>
                <a:ea typeface="Arial"/>
                <a:cs typeface="Arial"/>
              </a:rPr>
              <a:t>Немає мережі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435A66-963E-431A-AFCB-C60D24A1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81600"/>
            <a:ext cx="152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AB758D-D94F-43B0-A753-91481640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19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63D"/>
                </a:solidFill>
                <a:latin typeface="Arial"/>
                <a:ea typeface="Arial"/>
                <a:cs typeface="Arial"/>
              </a:rPr>
              <a:t>Тип події 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731EBD-D828-455A-ABA6-F153991C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81600"/>
            <a:ext cx="152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CF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6A7A9A-E81E-468E-A502-8F6EAA44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D6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D68D8"/>
                </a:solidFill>
                <a:latin typeface="Arial"/>
                <a:ea typeface="Arial"/>
                <a:cs typeface="Arial"/>
              </a:rPr>
              <a:t>Оновити</a:t>
            </a:r>
          </a:p>
        </p:txBody>
      </p:sp>
    </p:spTree>
    <p:extLst>
      <p:ext uri="{BB962C8B-B14F-4D97-AF65-F5344CB8AC3E}">
        <p14:creationId xmlns:p14="http://schemas.microsoft.com/office/powerpoint/2010/main" val="1849944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2026-09-29T16:59:21.3340000Z</dcterms:created>
  <dcterms:modified xsi:type="dcterms:W3CDTF">2026-09-29T16:59:21.3340000Z</dcterms:modified>
</coreProperties>
</file>