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4028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Етап 5. Створення початкової структури проєкту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Настільний застосунок для синхронізації вибраних папок Windows із Google Drive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 Visual Studio  ·  4 проєкти  ·  робочий каркас  ·  тести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Іванюк Олексій · Самсін Владислав · Задорожний Максим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зроблено на етапі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Створено каркас програми за архітектурою етапу 4: він збирається, запускається і проходить тести.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проєкти в рішенні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інтерфейсів сервісів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моделей таблиць бази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 пройдено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 MyCloudSync.sln на .NET 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57530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папок відповідає архітектурі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2394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69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 залежностей у Program.cs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412394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069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Створення бази SQLite при запуску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67258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вікно, налаштування, журнал, трей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67258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Шифрування токенів і автозапуск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22122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221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5166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Модульні тести бази даних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17920" y="522122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0" y="5221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5166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і опис у docs/project-structure.md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рішення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Чотири проєкти — кожен відповідає своєму шару архітектури.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8EFFC"/>
          </a:solidFill>
          <a:ln w="15875">
            <a:solidFill>
              <a:srgbClr val="2D6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MyCloudSync.App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Програма WinForms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Вікна, кнопки, іконка в треї, запуск програми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3F2F3"/>
          </a:solidFill>
          <a:ln w="15875">
            <a:solidFill>
              <a:srgbClr val="187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9319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MyCloudSync.Core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Бібліотека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Моделі, інтерфейси і логіка синхронізації. Не залежить ні від чого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3840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DEEE3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39319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MyCloudSync.Infrastructure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Бібліотека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Drive, файли на диску, SQLite, засоби Windows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5262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691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MyCloudSync.Tests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Автоматичні тести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00400" y="3063240"/>
            <a:ext cx="914" cy="77724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33756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використовує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331720"/>
            <a:ext cx="1188720" cy="150876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84632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використовує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5852160" y="4572000"/>
            <a:ext cx="45720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93776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реалізує інтерфейси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3063240"/>
            <a:ext cx="914" cy="77724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909828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тестує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не має посилань на WinForms, Google чи SQLite — Visual Studio сам не дасть порушити архітектуру.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лежить у кожному проєкті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E3F2F3"/>
          </a:solidFill>
          <a:ln w="12700">
            <a:solidFill>
              <a:srgbClr val="187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MyCloudSync.Core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837944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SyncPair, FileState, Conflict, SyncLogEntry, ExcludeRule, AppSettings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2953512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ICloudStorage, ILocalFileSystem, IAuthService, ITokenProtector, I*Repository…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14216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4069080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SyncCoordinator, ChangeDetector, SyncPlanner, ConflictResolver, SyncScheduler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0972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1097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MyCloudSync.Infrastructure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1416" y="1837944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GoogleDrive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GoogleAuthService, GoogleDriveStorage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2898648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71416" y="2953512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LocalFileSystem, FolderWatcher, HashCalculator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4014216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71416" y="4069080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DatabaseInitializer, репозиторії, schema.sql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5129784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71416" y="5184648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DpapiTokenProtector, AutostartService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10972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1097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MyCloudSync.App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8160" y="178308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66176" y="1837944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MainForm, SettingsForm, LogForm, DriveFolderPickerForm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2898648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66176" y="2953512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TrayIconController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4014216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66176" y="4069080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app.ico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5129784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66176" y="5184648"/>
            <a:ext cx="335584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Program.cs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і з'єднання частин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усе з'єднується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Program.cs: контейнер залежностей створює класи і сам підставляє їм потрібні інтерфейси.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2194560"/>
          </a:xfrm>
          <a:prstGeom prst="roundRect">
            <a:avLst>
              <a:gd name="adj" fmla="val 2500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56692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services.AddSingleton&lt;ISettingsRepository,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SettingsRepository&gt;();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services.AddSingleton&lt;ICloudStorage,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GoogleDriveStorage&gt;();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services.AddSingleton&lt;SyncCoordinator&gt;();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services.AddSingleton&lt;MainForm&gt;();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«Коли комусь потрібен ICloudStorage — дай GoogleDriveStorage». Щоб замінити реалізацію, міняємо один рядок.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відбувається при запуску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205740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Створюється папка %LOCALAPPDATA%\MyCloudSync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2624328"/>
            <a:ext cx="914" cy="37490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40880" y="301752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971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Налаштовується контейнер залежностей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3584448"/>
            <a:ext cx="914" cy="37490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397764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DatabaseInitializer створює базу і таблиці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4544568"/>
            <a:ext cx="914" cy="37490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40880" y="493776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892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Відкривається головне вікно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вже працює, а що буде далі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класи і методи вже оголошені; частина з них реалізована на цьому етапі.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Працює зараз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975104"/>
            <a:ext cx="52303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Створення бази SQLite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schema.sql вшитий у програму, CREATE TABLE IF NOT EXISTS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2816352"/>
            <a:ext cx="52303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Налаштування і журнал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SettingsRepository, SyncLogRepository — параметризовані запити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02736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3657600"/>
            <a:ext cx="52303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Шифрування токенів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DPAPI для поточного користувача Windows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443984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" y="4498848"/>
            <a:ext cx="52303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Автозапуск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реєстр HKCU\...\Run, без прав адміністратора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285232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5340096"/>
            <a:ext cx="52303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Вікна і трей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вікно, налаштування, журнал, пауза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Наступні етапи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1975104"/>
            <a:ext cx="50932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у Google, робота з Drive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GoogleAuthService, GoogleDriveStorage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2761488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37376" y="2816352"/>
            <a:ext cx="50932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Сканування і стеження за папкою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LocalFileSystem, FolderWatcher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3602736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7376" y="3657600"/>
            <a:ext cx="50932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синхронізації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ChangeDetector, SyncPlanner, RunSyncAsync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9360" y="4443984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7376" y="4498848"/>
            <a:ext cx="50932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Решта репозиторіїв</a:t>
            </a:r>
            <a:endParaRPr 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акаунт, пари папок, файли, конфлікти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534924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545896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NotImplementedException();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59436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позначені методи, які реалізуємо далі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Демонстрація: вікна програми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Розмітка відповідає макетам з етапу 3. Закриття хрестиком ховає програму в трей.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3187385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m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150809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09761" y="1581912"/>
            <a:ext cx="417827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setting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049" y="1600200"/>
            <a:ext cx="4141694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80055" y="1581912"/>
            <a:ext cx="3328416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343" y="1600200"/>
            <a:ext cx="3291840" cy="24688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4206240"/>
            <a:ext cx="315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вікно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3928049" y="4206240"/>
            <a:ext cx="4141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Налаштування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298343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операцій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800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76656" y="4855464"/>
            <a:ext cx="2395728" cy="1033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 / Відновити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перемикає статус синхронізації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346704" y="4800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474720" y="4855464"/>
            <a:ext cx="2395728" cy="1033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Налаштування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читаються з бази і зберігаються в неї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144768" y="4800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272784" y="4855464"/>
            <a:ext cx="2395728" cy="1033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з бази, фільтр «Лише помилки», очищення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42832" y="4800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070848" y="4855464"/>
            <a:ext cx="2395728" cy="1033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хрестик ховає вікно; «Відкрити» і «Вийти» в меню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xUnit-тести бази даних: кожен працює на окремій тимчасовій базі.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" y="1536192"/>
            <a:ext cx="6620256" cy="118726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583680" cy="1150687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Тест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перевіряє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Initialize_CreatesDefaultSettings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Після створення бази інтервал = 300 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Initialize_CanRunTwice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Повторне створення бази нічого не ламає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SaveSettings_ThenLoad…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Збережені налаштування читаються без змін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5544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26096" y="1609344"/>
            <a:ext cx="3858768" cy="1033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з 3 пройдено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→ Запуск всех тестов у Visual Studio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Технічні рішення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6656" y="1243584"/>
            <a:ext cx="3355848" cy="1993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2026 працює з .NET 10; це LTS-версія з довгою підтримкою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343400" y="1188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71416" y="1243584"/>
            <a:ext cx="3355848" cy="1993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Microsoft.Data.Sqlite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Прості SQL-запити без ORM — легко читати й пояснювати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38160" y="1188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66176" y="1243584"/>
            <a:ext cx="3355848" cy="1993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schema.sql як ресурс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Скрипт бази вшитий у програму і не загубиться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3575304"/>
            <a:ext cx="3355848" cy="1993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частини з'єднуються в одному місці — Program.cs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35204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3575304"/>
            <a:ext cx="3355848" cy="1993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Параметри в SQL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$interval і AddWithValue захищають від SQL-ін'єкцій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35204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6176" y="3575304"/>
            <a:ext cx="3355848" cy="1993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endParaRPr lang="en-US" sz="17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bin, obj, .vs і службові файли не потрапляють у репозиторій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MyCloudSync — початкова структура проєкту</dc:title>
  <dc:subject>PptxGenJS Presentation</dc:subject>
  <dc:creator>PptxGenJS</dc:creator>
  <cp:lastModifiedBy>PptxGenJS</cp:lastModifiedBy>
  <cp:revision>1</cp:revision>
  <dcterms:created xsi:type="dcterms:W3CDTF">2026-10-06T12:08:12Z</dcterms:created>
  <dcterms:modified xsi:type="dcterms:W3CDTF">2026-10-06T12:08:12Z</dcterms:modified>
</cp:coreProperties>
</file>