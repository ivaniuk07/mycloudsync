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4028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Етап 6. Ітеративна реалізація функціональності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Робоча синхронізація папки з Google Drive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даних  ·  файли й стеження  ·  логіка порівняння  ·  Google Drive  ·  повний цикл синхронізації  ·  інтерфейс  ·  тести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Іванюк Олексій · Самсін Владислав · Задорожний Максим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зроблено на етапі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Каркас з етапу 5 перетворився на програму, яка справді синхронізує папку з Google Drive.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репозиторії бази даних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класів логіки синхронізації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 для Google Drive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64/64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 пройдено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акаунта, пари папок, масок, стану файлів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575304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Сканування папки з MD5, стеження за змінами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05656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507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порівняння «комп'ютер — хмара — база»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4105656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0507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синхронізації з режимом і масками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636008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5811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через Google, токени під DPAPI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636008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45811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 з файлами і папками на Google Drive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51114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цикл синхронізації, конфлікти, кошик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17920" y="5166360"/>
            <a:ext cx="292608" cy="292608"/>
          </a:xfrm>
          <a:prstGeom prst="ellipse">
            <a:avLst/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51114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за макетами етапу 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працює синхронізація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кожного файлу порівнюються три стани, і з цього складається план дій.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55064"/>
            <a:ext cx="303580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— файл на диску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LocalFileSystem.Scan()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1600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62856" y="1655064"/>
            <a:ext cx="303580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запис у базі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FileStateRepository.GetByPair()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21040" y="1600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49056" y="1655064"/>
            <a:ext cx="303580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файл у хмарі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GoogleDriveStorage.ListFilesAsync()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94560" y="2788920"/>
            <a:ext cx="2743200" cy="6400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788920"/>
            <a:ext cx="914" cy="6400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7223760" y="2788920"/>
            <a:ext cx="2743200" cy="6400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34290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5616" y="3483864"/>
            <a:ext cx="459028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SyncPlanner + ChangeDetector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кожного файлу вирішують, що зробити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4480560"/>
            <a:ext cx="914" cy="4572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0" y="493776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85616" y="4992624"/>
            <a:ext cx="4590288" cy="85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SyncCoordinator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виконує план: вивантажує, завантажує, видаляє в кошик, пише журнал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" y="3712464"/>
            <a:ext cx="2487168" cy="2130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запускається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«Синхронізувати зараз», таймер з налаштувань або зміна в папці (FolderWatcher)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69680" y="365760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97696" y="3712464"/>
            <a:ext cx="2487168" cy="2130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втрат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конфлікт — обидві версії; видалення — лише в кошик; без папки чи мережі нічого не видаляється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даних: репозиторії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таблиця має свій клас. Усі запити параметризовані.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Клас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вміє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AccountRepository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прочитати, зберегти, видалити акаунт Google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SyncPairRepository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 папок і маски виключень (заміна в одній транзакції)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FileStateRepository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 кожного файлу після синхронізації; очищення для пари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ConflictRepository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записати конфлікт, отримати невирішені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08760"/>
            <a:ext cx="4709160" cy="2926080"/>
          </a:xfrm>
          <a:prstGeom prst="roundRect">
            <a:avLst>
              <a:gd name="adj" fmla="val 1875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618488"/>
            <a:ext cx="434340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(account.Id ==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... 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last_insert_rowid();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... WHERE id = $id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command.Parameters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.AddWithValue("$email",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account.Email);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03720" y="461772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31736" y="4672584"/>
            <a:ext cx="445312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метод Save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запис (Id = 0) — INSERT і отримуємо новий id. Наявний — UPDATE.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" y="4581144"/>
            <a:ext cx="5779008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DbDate — дати в одному форматі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дати пишуться в UTC як «2026-10-21T10:00:00Z», так само як значення за замовчуванням у schema.sql.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Файли на диску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LocalFileSystem працює з файлами, FolderWatcher повідомляє про зміни.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309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робить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Scan(папка)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усі файли з підпапками: шлях через «/», розмір, дата, MD5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GetFile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дані одного файлу або null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OpenRead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відкрити для читання (для вивантаження)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SaveFile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скопіювати файл, створивши потрібні папки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перейменувати (для конфліктної копії)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MoveToRecycleBin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видалити в кошик Windows, а не назавжди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463040"/>
            <a:ext cx="4434840" cy="1508760"/>
          </a:xfrm>
          <a:prstGeom prst="roundRect">
            <a:avLst>
              <a:gd name="adj" fmla="val 4848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06056" y="1517904"/>
            <a:ext cx="4178808" cy="1399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Зайнятий файл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файл відкрито в іншій програмі й хеш не порахувати, він позначається «зайнятим» і пропускається до наступної перевірки.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78040" y="3108960"/>
            <a:ext cx="4434840" cy="1371600"/>
          </a:xfrm>
          <a:prstGeom prst="roundRect">
            <a:avLst>
              <a:gd name="adj" fmla="val 5333"/>
            </a:avLst>
          </a:prstGeom>
          <a:solidFill>
            <a:srgbClr val="E8EFFC"/>
          </a:solidFill>
          <a:ln w="12700">
            <a:solidFill>
              <a:srgbClr val="BFD0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06056" y="3163824"/>
            <a:ext cx="417880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FolderWatcher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Події Created, Changed, Deleted, Renamed у папці та підпапках. При переповненні буфера — сигнал перевірити все.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78040" y="4617720"/>
            <a:ext cx="4434840" cy="1325880"/>
          </a:xfrm>
          <a:prstGeom prst="roundRect">
            <a:avLst>
              <a:gd name="adj" fmla="val 4138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60920" y="4727448"/>
            <a:ext cx="4069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_watcher = new FileSystemWatcher(path)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IncludeSubdirectories = true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ChangeDetector: правила порівняння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— файл на диску, R — у хмарі, S — запис у базі після минулої синхронізації. «Змінено» = хеш не збігається з S.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291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диску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хмарі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Дія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нічого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— вивантажити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— завантажити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змінено, хеші однакові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UpdateState — лише оновити запис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змінено, хеші різні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 — зберегти обидві версії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DeleteRemote — у кошик Drive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DeleteLocal — у кошик Windows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(зміна важливіша)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(зміна важливіша)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RemoveState — прибрати запис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63040"/>
            <a:ext cx="3108960" cy="2377440"/>
          </a:xfrm>
          <a:prstGeom prst="roundRect">
            <a:avLst>
              <a:gd name="adj" fmla="val 2308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572768"/>
            <a:ext cx="27432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(localChanged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remoteChanged)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SameHash(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local.Hash,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remote.Md5)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UpdateState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Conflict;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503920" y="402336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31936" y="4078224"/>
            <a:ext cx="2852928" cy="181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MD5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повертає md5Checksum для кожного файлу, тому локальний хеш можна порівняти з хмарним напряму.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SyncPlanner: план синхронізації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Отримує три списки і повертає перелік дій. Сам нічого не змінює — тому його легко тестувати.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Об'єднати шляхи  </a:t>
            </a:r>
            <a:pPr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диска, хмари і бази (без різниці у великих/малих літерах)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402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Відкинути маски  </a:t>
            </a:r>
            <a:pPr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*.tmp, ~$*, node_modules/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71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Пропустити зайняті  </a:t>
            </a:r>
            <a:pPr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відкрито в іншій програмі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03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ChangeDetector  </a:t>
            </a:r>
            <a:pPr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визначає дію для файлу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34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синхронізації  </a:t>
            </a:r>
            <a:pPr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прибирає заборонені дії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166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Спершу видалення  </a:t>
            </a:r>
            <a:pPr indent="0" marL="0">
              <a:buNone/>
            </a:pPr>
            <a:r>
              <a:rPr lang="en-US" sz="14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потім решта дій за алфавітом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0876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Режим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відкидається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Двостороння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нічого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Лише вивантаження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зміни локальної папки; конфлікт → Upload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Лише завантаження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зміни в хмарі; конфлікт → Download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675120" y="4023360"/>
            <a:ext cx="4937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03136" y="4078224"/>
            <a:ext cx="4681728" cy="17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«спершу видалення»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файл перемістили в іншу папку на Drive, старий запис має зникнути з бази раніше, ніж з'явиться новий з тим самим ID файлу.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Маски, конфлікти, таймер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маленькі класи, кожен робить одну річ.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3F2F3"/>
          </a:solidFill>
          <a:ln w="12700">
            <a:solidFill>
              <a:srgbClr val="B5DC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563624"/>
            <a:ext cx="33558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ExcludeMatcher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маска → регулярний вираз, без різниці регістру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3611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48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*.tmp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docs/NOTES.TMP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~$report.docx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file?.log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file1.log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node_modules/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node_modules/lib/a.js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343400" y="15087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71416" y="1563624"/>
            <a:ext cx="33558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ConflictResolver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 копії локальної версії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25603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670048"/>
            <a:ext cx="32461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docs/report.docx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docs/report (конфлікт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HOME-PC 2026-10-21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14-05).docx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41605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Обидві версії зберігаються, нічого не губиться.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15087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BFD0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66176" y="1563624"/>
            <a:ext cx="321868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SyncScheduler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запускати синхронізацію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38160" y="25603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66176" y="2615184"/>
            <a:ext cx="3218688" cy="1033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Інтервал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кожні N хвилин з налаштувань — перевірка змін у хмарі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38160" y="38404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66176" y="3895344"/>
            <a:ext cx="3218688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 2 с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збереження в Word дає кілька подій. Таймер чекає 2 с тиші й запускає синхронізацію один раз.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через Google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GoogleAuthService + AccountTokenStore. Пароль від Google програма не бачить — лише токени доступу.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55064"/>
            <a:ext cx="1755648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client_secret.json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 застосунку з Google Cloud Console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2304288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2656" y="1655064"/>
            <a:ext cx="1755648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користувач входить і дає дозвіл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304288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48656" y="1655064"/>
            <a:ext cx="1755648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Токени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і refresh token від Google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2304288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1655064"/>
            <a:ext cx="1755648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AccountTokenStore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шифрує токени DPAPI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8320" y="2304288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6F4EA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0656" y="1655064"/>
            <a:ext cx="1755648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Таблиця Account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ім'я, токени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852160" cy="1600200"/>
          </a:xfrm>
          <a:prstGeom prst="roundRect">
            <a:avLst>
              <a:gd name="adj" fmla="val 3429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447288"/>
            <a:ext cx="5486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GoogleWebAuthorizationBroker.AuthorizeAsync(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new[] { DriveService.Scope.Drive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"user", timeout.Token,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_tokenStore);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3375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03136" y="3392424"/>
            <a:ext cx="4681728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Наступні запуски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Токени читаються з бази — браузер вже не відкривається. Застарілий токен оновлюється сам.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457200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03136" y="4626864"/>
            <a:ext cx="468172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Вихід з акаунта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 відкликається в Google, рядок Account видаляється, а разом із ним (ON DELETE CASCADE) пара папок і стани файлів.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" y="5175504"/>
            <a:ext cx="5596128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client_secret.json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Програма показує зрозуміле повідомлення замість збою.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 з Google Drive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GoogleDriveStorage реалізує інтерфейс ICloudStorage з етапу 5.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робить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ListFilesAsync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усі файли папки з підпапками: id, шлях, md5, розмір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ListFoldersAsync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папки для вікна вибору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CreateFolderAsync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нова папка на Drive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 файл; потрібні підпапки створюються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 вміст наявного файлу (той самий id)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вміст файлу в потік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TrashAsync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кошик Drive (Trashed = true)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463040"/>
            <a:ext cx="4389120" cy="1600200"/>
          </a:xfrm>
          <a:prstGeom prst="roundRect">
            <a:avLst>
              <a:gd name="adj" fmla="val 3429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06640" y="1572768"/>
            <a:ext cx="40233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request.Q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"'" + folderId + "' in parents"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" and trashed = false";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request.PageSize = 1000;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223760" y="320040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51776" y="3255264"/>
            <a:ext cx="4133088" cy="1124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 Google пропускаються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Docs/Sheets не мають md5 і не завантажуються як звичайні файли.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23760" y="457200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51776" y="4626864"/>
            <a:ext cx="413308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від видаленої папки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папку синхронізації перенесли в кошик Drive, синхронізація зупиняється з помилкою, а не видаляє локальні файли.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синхронізації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SyncCoordinator.RunSyncAsync — запускається кнопкою, таймером або зміною в папці.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463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62456" y="1517904"/>
            <a:ext cx="257860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Перевірки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на паузі, є пара папок, інша синхронізація не йде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57216" y="1517904"/>
            <a:ext cx="257860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Сканування диска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у фоновому потоці, вікно не зависає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23960" y="1463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51976" y="1517904"/>
            <a:ext cx="257860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у хмарі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ListFilesAsync — усі файли папки на Drive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62456" y="2889504"/>
            <a:ext cx="257860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SyncPlanner (див. вище)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28346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57216" y="2889504"/>
            <a:ext cx="257860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Виконання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дія окремо, прогрес у вікні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3063240"/>
            <a:ext cx="548640" cy="548640"/>
          </a:xfrm>
          <a:prstGeom prst="ellipse">
            <a:avLst/>
          </a:prstGeom>
          <a:solidFill>
            <a:srgbClr val="2D68D8"/>
          </a:solidFill>
          <a:ln w="12700">
            <a:solidFill>
              <a:srgbClr val="2D68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23960" y="28346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51976" y="2889504"/>
            <a:ext cx="2578608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Завершення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синхронізації в базі, новий статус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Колір на сторінці «Синхронізація»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Синхронізовано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зелений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Виконується синхронізація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синій, видно прогрес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 мережі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помаранчевий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Помилка (див. журнал)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червоний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виконується кожна дія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67512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Дія з плану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робить SyncCoordinator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Журнал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читає файл з диска → UploadAsync або UpdateAsync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Вивантаження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завантажує в тимчасовий файл → копіює в папку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Завантаження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DeleteRemote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TrashAsync — у кошик Google Drive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Видалення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DeleteLocal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MoveToRecycleBin — у кошик Windows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Видалення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UpdateState / RemoveState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лише оновлює або прибирає запис у FileState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Конфлікт — обидві версії зберігаються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45262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4581144"/>
            <a:ext cx="235000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Локальний файл перейменовується в «… (конфлікт ПК дата)»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54680" y="5212080"/>
            <a:ext cx="22860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45262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11296" y="4581144"/>
            <a:ext cx="235000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Копія вивантажується на Drive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89320" y="5212080"/>
            <a:ext cx="22860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17920" y="45262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45936" y="4581144"/>
            <a:ext cx="235000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Хмарна версія завантажується під старою назвою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23960" y="5212080"/>
            <a:ext cx="22860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052560" y="45262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DEEE3"/>
          </a:solidFill>
          <a:ln w="12700">
            <a:solidFill>
              <a:srgbClr val="F3C9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0576" y="4581144"/>
            <a:ext cx="235000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 у Conflict і сповіщення в треї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Надійність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Програма не повинна губити файли навіть при збоях.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55064"/>
            <a:ext cx="3355848" cy="158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синхронізація за раз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SemaphoreSlim: якщо цикл уже йде, новий запит лише позначає «повторити після»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655064"/>
            <a:ext cx="3355848" cy="158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інтернету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HttpRequestException → статус «Немає мережі», наступна спроба — за таймером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38160" y="16002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66176" y="1655064"/>
            <a:ext cx="3355848" cy="158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Помилка одного файлу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записується в журнал, решта файлів обробляється далі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3621024"/>
            <a:ext cx="3355848" cy="158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Тимчасовий файл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завантаження спочатку в temp: обрив зв'язку не псує файл у папці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3621024"/>
            <a:ext cx="3355848" cy="158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локальної папки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помилка сканування — і жодних видалень у хмарі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38160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6176" y="3621024"/>
            <a:ext cx="3355848" cy="158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Видалення — лише в кошик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Windows, і на Google Drive файл можна відновити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за макетами етапу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вікно: темний заголовок, бокова панель і три сторінки — як у макетах з Figma.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3701408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ui_syn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664832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30056" y="1444752"/>
            <a:ext cx="3701408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ui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44" y="1463040"/>
            <a:ext cx="3664832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29760" y="1444752"/>
            <a:ext cx="3701408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ui_setting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048" y="1463040"/>
            <a:ext cx="3664832" cy="2651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4206240"/>
            <a:ext cx="366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Синхронізація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248344" y="4206240"/>
            <a:ext cx="366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948048" y="4206240"/>
            <a:ext cx="366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Налаштування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6656" y="4626864"/>
            <a:ext cx="239572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Вікно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темний заголовок, перетягування мишею; «✕» ховає в трей; внизу панелі — вхід у Google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46704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474720" y="4626864"/>
            <a:ext cx="239572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Синхронізація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кольором, прогрес, пара папок, час останнього запуску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144768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272784" y="4626864"/>
            <a:ext cx="239572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файл, дія і результат; помилки червоним, попередження помаранчевим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42832" y="4572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070848" y="4626864"/>
            <a:ext cx="2395728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Налаштування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 папок, режим, маски в базі; вибір і створення папки на Drive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модульні тести; повний цикл синхронізації перевіряється без інтернету — замість Google Drive сховище в пам'яті.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11100816" cy="261917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tests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2582597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Клас тестів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перевіряє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ChangeDetectorTests (14)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усі рядки таблиці правил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SyncPlannerTests (7)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маски, режими, зайняті файли, порядок дій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RepositoryTests (7)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збереження і читання; каскадне видалення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SyncCoordinatorTests (12)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повний цикл, конфлікт, пауза, немає мережі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420624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E6F4EA"/>
          </a:solidFill>
          <a:ln w="12700">
            <a:solidFill>
              <a:srgbClr val="B7DFC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00416" y="4261104"/>
            <a:ext cx="3584448" cy="162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з 64 пройдено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InMemoryCloudStorage реалізує той самий ICloudStorage, що й GoogleDriveStorage.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Підсумок етапу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 функціональність програми готова і перевірена тестами.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E3F2F3"/>
          </a:solidFill>
          <a:ln w="12700">
            <a:solidFill>
              <a:srgbClr val="B5DC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563624"/>
            <a:ext cx="5184648" cy="2633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 частина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Репозиторії бази даних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Сканування папки, MD5, кошик Windows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Стеження за папкою, таймер, debounce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ChangeDetector, SyncPlanner, маски, конфлікти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Інтерфейс за макетами етапу 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E8EFFC"/>
          </a:solidFill>
          <a:ln w="12700">
            <a:solidFill>
              <a:srgbClr val="BFD0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0216" y="1563624"/>
            <a:ext cx="5184648" cy="2633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Вхід через Google, токени під DPAPI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Робота з файлами і папками на Drive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Повний цикл синхронізації і конфлікти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Сторінки показують реальні дані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64 тести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4581144"/>
            <a:ext cx="1080820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входу в Google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потрібен client_secret.json — OAuth-клієнт «Desktop app» з Google Cloud Console; файл лежить у src/MyCloudSync.App у репозиторії, тож після клонування вхід працює одразу.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MyCloudSync — етап 6</dc:title>
  <dc:subject>PptxGenJS Presentation</dc:subject>
  <dc:creator>PptxGenJS</dc:creator>
  <cp:lastModifiedBy>PptxGenJS</cp:lastModifiedBy>
  <cp:revision>1</cp:revision>
  <dcterms:created xsi:type="dcterms:W3CDTF">2026-10-27T15:39:48Z</dcterms:created>
  <dcterms:modified xsi:type="dcterms:W3CDTF">2026-10-27T15:39:48Z</dcterms:modified>
</cp:coreProperties>
</file>